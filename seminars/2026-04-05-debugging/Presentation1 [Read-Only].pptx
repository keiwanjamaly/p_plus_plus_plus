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381"/>
    <p:restoredTop sz="94795"/>
  </p:normalViewPr>
  <p:slideViewPr>
    <p:cSldViewPr snapToGrid="0">
      <p:cViewPr varScale="1">
        <p:scale>
          <a:sx n="117" d="100"/>
          <a:sy n="117" d="100"/>
        </p:scale>
        <p:origin x="200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B3F211-C064-EC01-A93A-9F340D8431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33DCEB-EF0C-03AA-266F-35B6A5278C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1B44F6-E193-0BF3-2794-B8EB0162FE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54FA7-B91B-2E46-86A9-7EF2978CE9AB}" type="datetimeFigureOut">
              <a:rPr lang="en-US" smtClean="0"/>
              <a:t>5/18/26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454146-890B-38EC-B887-166CC6BD45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8641CB-69AB-F074-4FB5-7F4DF0F44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538F46-C0D0-984D-BDF0-4810C81441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04613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69CC7C-53C9-94B9-15AE-0F470A949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7E31B2-7856-1BB4-9132-E9EB720807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AFEDEE-94BD-BCC8-1ED0-9367219168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54FA7-B91B-2E46-86A9-7EF2978CE9AB}" type="datetimeFigureOut">
              <a:rPr lang="en-US" smtClean="0"/>
              <a:t>5/18/26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1D8292-1E08-4D32-B031-075D5AEAC0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3F2337-CF81-7440-1F00-15672BA24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538F46-C0D0-984D-BDF0-4810C81441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78600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FC6BCC-2F70-7296-B81B-BF10D5485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511C85-334C-906E-ADF0-756A43B07E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27A333-6A8C-1196-3279-BABA0E6666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54FA7-B91B-2E46-86A9-7EF2978CE9AB}" type="datetimeFigureOut">
              <a:rPr lang="en-US" smtClean="0"/>
              <a:t>5/18/26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11C248-04EA-B321-4388-759E5FF75D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928C47-5779-B8EA-3459-D8CAB987C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538F46-C0D0-984D-BDF0-4810C81441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98653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C745D-7A10-FF67-261A-3D954F85A2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49A622-DE5C-B62B-2D6C-F394FD2DB46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CB3EF0-904A-82EB-5CA6-23B8D0A14C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9D61F9-FD65-318B-3AF8-B14EDFD35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54FA7-B91B-2E46-86A9-7EF2978CE9AB}" type="datetimeFigureOut">
              <a:rPr lang="en-US" smtClean="0"/>
              <a:t>5/18/26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492BBF-3930-E250-EB7A-52DE72797A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1F88B8-4FF5-3DE3-760C-13691CD10E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538F46-C0D0-984D-BDF0-4810C81441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13148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5A7C83-634F-49AF-B085-A2CB67D1AE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1B1F72-A10B-E4D3-BA95-EE83061693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A0B79D-F818-62BF-B9A1-6E9257F414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FBB301B-E56C-B90A-7EB7-93C3D9ABA35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4947A66-D8A6-44C1-5DDF-F131E6FA4F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0C0DD83-0CA8-37B0-43A7-8508D2D12A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54FA7-B91B-2E46-86A9-7EF2978CE9AB}" type="datetimeFigureOut">
              <a:rPr lang="en-US" smtClean="0"/>
              <a:t>5/18/26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7B3A7D1-EC6E-6AFC-44AD-7AA0C9FAB2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3744AF0-9702-EDA5-DCB0-20AACD6B1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538F46-C0D0-984D-BDF0-4810C81441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5075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270EB5-B158-35B8-5C0D-9CBCD4CC2E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D71928-6725-7FF3-F098-F8EF884D91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54FA7-B91B-2E46-86A9-7EF2978CE9AB}" type="datetimeFigureOut">
              <a:rPr lang="en-US" smtClean="0"/>
              <a:t>5/18/26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EC5CDD-FBA4-5026-9EB0-5E1A5FEA3C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2E9596-9BAD-3C84-F166-B9128F6DD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538F46-C0D0-984D-BDF0-4810C81441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84856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091194-E976-84A3-BB13-EDE26488F0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54FA7-B91B-2E46-86A9-7EF2978CE9AB}" type="datetimeFigureOut">
              <a:rPr lang="en-US" smtClean="0"/>
              <a:t>5/18/26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A2B4934-4399-E7F7-284F-E08B62EADF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8CBD15-9926-0D8B-D33F-AF4BB7576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538F46-C0D0-984D-BDF0-4810C81441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0708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3A3D56-A10F-78D6-0912-4B1D340AAD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5B5787-7C6A-CEC4-09C2-B824D2400E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D6A1AE-D2C4-FA5C-A2CE-1A2B8C4F55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04FEA3-BA47-5514-243D-AF0D8FD6DC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54FA7-B91B-2E46-86A9-7EF2978CE9AB}" type="datetimeFigureOut">
              <a:rPr lang="en-US" smtClean="0"/>
              <a:t>5/18/26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3BDA0A-7694-3B59-EDDF-3C32DD1F26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32FE7E-8D2D-9F65-FB56-76BDA88D7F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538F46-C0D0-984D-BDF0-4810C81441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07358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0BE88A-73CD-590E-69D4-51AF6197F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0CBF2B0-89AC-6A72-ABE9-48D58B9D63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35AB8A-68F7-4CB4-339F-DE771E7140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28182C-2EA4-AC1A-39FF-D3DC3D78EC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54FA7-B91B-2E46-86A9-7EF2978CE9AB}" type="datetimeFigureOut">
              <a:rPr lang="en-US" smtClean="0"/>
              <a:t>5/18/26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CCD69D-FB85-5971-EDE5-EF2FE20021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D0F1E1-128A-93D2-F669-AF93B5A75B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538F46-C0D0-984D-BDF0-4810C81441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07063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F204D7-7357-657E-870D-39B8ECFB8B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855BB2-B291-109A-FD11-D2F8ED6C8D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E1DB83-F29A-6256-CCDB-CCC7276602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54FA7-B91B-2E46-86A9-7EF2978CE9AB}" type="datetimeFigureOut">
              <a:rPr lang="en-US" smtClean="0"/>
              <a:t>5/18/26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A654AE-E289-8644-E1D6-01ED6AD9A8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1B34B9-409E-0879-106E-0D5EAFF5A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538F46-C0D0-984D-BDF0-4810C81441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98703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5BEDEB8-F52B-DDD2-1015-29EA0CE4E9E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EEACFE-CC87-9F1F-07D3-B60D47C8E5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EB4194-F2E5-A2C2-59A6-6C2B2B4DDD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54FA7-B91B-2E46-86A9-7EF2978CE9AB}" type="datetimeFigureOut">
              <a:rPr lang="en-US" smtClean="0"/>
              <a:t>5/18/26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ABC6BD-518B-6CA6-07B7-F2C9C9A6C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C8C7C5-BDC7-C3E9-2CFA-6605D296D4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538F46-C0D0-984D-BDF0-4810C81441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72998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04BD5BF-08D7-FDF1-88EB-30E2E147E3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10FACC-4198-C076-645A-261ECEC55A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D8943A-F73D-4A13-C5D2-C84E4595CEB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B54FA7-B91B-2E46-86A9-7EF2978CE9AB}" type="datetimeFigureOut">
              <a:rPr lang="en-US" smtClean="0"/>
              <a:t>5/18/26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EF6737-B27E-D4DA-CC5F-241AF6C8A2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D672B1-156E-0B97-C638-5972673CEC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538F46-C0D0-984D-BDF0-4810C81441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99644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C44EC7-D8E2-03D3-2073-FB80197913C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WTH is a debugger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C6AFC6-A60E-7EAA-E378-766EFAEB69F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47828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ABD8A92-002D-8C92-1A83-CB14549D26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3468" y="0"/>
            <a:ext cx="666506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17476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868E926-E5DB-ADCD-2571-AE30C06C4D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232487"/>
            <a:ext cx="7772400" cy="6393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36230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0B5FFBCA-F9B7-0828-231D-4CF3B8DCF2B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868706" y="0"/>
            <a:ext cx="645458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69051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9791E3-7191-9303-F958-EFC6463990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Best Practices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77540A-F088-773B-3565-E835CA091B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Debuggers are not for testing</a:t>
            </a:r>
          </a:p>
          <a:p>
            <a:r>
              <a:rPr lang="en-US" dirty="0"/>
              <a:t>They cannot trace race conditions</a:t>
            </a:r>
          </a:p>
          <a:p>
            <a:r>
              <a:rPr lang="en-US" dirty="0"/>
              <a:t>For </a:t>
            </a:r>
            <a:r>
              <a:rPr lang="en-US" dirty="0" err="1"/>
              <a:t>c++</a:t>
            </a:r>
            <a:r>
              <a:rPr lang="en-US" dirty="0"/>
              <a:t> -O0 is the only compile optimization, which allows debugging</a:t>
            </a:r>
          </a:p>
        </p:txBody>
      </p:sp>
    </p:spTree>
    <p:extLst>
      <p:ext uri="{BB962C8B-B14F-4D97-AF65-F5344CB8AC3E}">
        <p14:creationId xmlns:p14="http://schemas.microsoft.com/office/powerpoint/2010/main" val="32176965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67D6DA-E4F6-CF7C-1FE9-F6BAB5785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r>
              <a:rPr lang="en-US" dirty="0"/>
              <a:t>When it is sometimes better to do </a:t>
            </a:r>
            <a:r>
              <a:rPr lang="en-US" dirty="0" err="1"/>
              <a:t>printf</a:t>
            </a:r>
            <a:r>
              <a:rPr lang="en-US" dirty="0"/>
              <a:t>(…)</a:t>
            </a:r>
          </a:p>
        </p:txBody>
      </p:sp>
    </p:spTree>
    <p:extLst>
      <p:ext uri="{BB962C8B-B14F-4D97-AF65-F5344CB8AC3E}">
        <p14:creationId xmlns:p14="http://schemas.microsoft.com/office/powerpoint/2010/main" val="42203495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</TotalTime>
  <Words>39</Words>
  <Application>Microsoft Macintosh PowerPoint</Application>
  <PresentationFormat>Widescreen</PresentationFormat>
  <Paragraphs>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WTH is a debugger</vt:lpstr>
      <vt:lpstr>PowerPoint Presentation</vt:lpstr>
      <vt:lpstr>PowerPoint Presentation</vt:lpstr>
      <vt:lpstr>PowerPoint Presentation</vt:lpstr>
      <vt:lpstr>Best Practices</vt:lpstr>
      <vt:lpstr>When it is sometimes better to do printf(…)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Keiwan Jamaly</dc:creator>
  <cp:lastModifiedBy>Keiwan Jamaly</cp:lastModifiedBy>
  <cp:revision>3</cp:revision>
  <dcterms:created xsi:type="dcterms:W3CDTF">2026-05-04T13:11:18Z</dcterms:created>
  <dcterms:modified xsi:type="dcterms:W3CDTF">2026-05-18T14:20:18Z</dcterms:modified>
</cp:coreProperties>
</file>